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21fd1925a44281" /><Relationship Type="http://schemas.openxmlformats.org/officeDocument/2006/relationships/extended-properties" Target="/docProps/app.xml" Id="Ref10bc9796e14e4f" /><Relationship Type="http://schemas.openxmlformats.org/officeDocument/2006/relationships/officeDocument" Target="/ppt/presentation.xml" Id="Rfee2e3678207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123e5dde574d54"/>
  </p:sldMasterIdLst>
  <p:notesMasterIdLst>
    <p:notesMasterId xmlns:r="http://schemas.openxmlformats.org/officeDocument/2006/relationships" r:id="R00e2903b377e46c6"/>
  </p:notesMasterIdLst>
  <p:sldIdLst>
    <p:sldId xmlns:r="http://schemas.openxmlformats.org/officeDocument/2006/relationships" id="256" r:id="R435d589547eb4ad4"/>
    <p:sldId xmlns:r="http://schemas.openxmlformats.org/officeDocument/2006/relationships" id="257" r:id="Rb3623972beed41ca"/>
    <p:sldId xmlns:r="http://schemas.openxmlformats.org/officeDocument/2006/relationships" id="258" r:id="R2ef90079eef64cc0"/>
    <p:sldId xmlns:r="http://schemas.openxmlformats.org/officeDocument/2006/relationships" id="259" r:id="Rb3dec6d2cd574e0d"/>
    <p:sldId xmlns:r="http://schemas.openxmlformats.org/officeDocument/2006/relationships" id="260" r:id="R02e6c7fbeed54591"/>
    <p:sldId xmlns:r="http://schemas.openxmlformats.org/officeDocument/2006/relationships" id="261" r:id="R289058c6e72640b0"/>
    <p:sldId xmlns:r="http://schemas.openxmlformats.org/officeDocument/2006/relationships" id="262" r:id="R283f5214970c488f"/>
    <p:sldId xmlns:r="http://schemas.openxmlformats.org/officeDocument/2006/relationships" id="263" r:id="Ra91405ee82b74606"/>
    <p:sldId xmlns:r="http://schemas.openxmlformats.org/officeDocument/2006/relationships" id="264" r:id="R005656d0064a4a32"/>
    <p:sldId xmlns:r="http://schemas.openxmlformats.org/officeDocument/2006/relationships" id="265" r:id="R52755a0ab3734279"/>
    <p:sldId xmlns:r="http://schemas.openxmlformats.org/officeDocument/2006/relationships" id="266" r:id="R7d693095551344eb"/>
    <p:sldId xmlns:r="http://schemas.openxmlformats.org/officeDocument/2006/relationships" id="267" r:id="R9d457b1141c54cbb"/>
    <p:sldId xmlns:r="http://schemas.openxmlformats.org/officeDocument/2006/relationships" id="268" r:id="Rdd647203f2ae4d79"/>
    <p:sldId xmlns:r="http://schemas.openxmlformats.org/officeDocument/2006/relationships" id="269" r:id="R14330dd0899846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67eca0a43545d6" /><Relationship Type="http://schemas.openxmlformats.org/officeDocument/2006/relationships/slideMaster" Target="/ppt/slideMasters/slideMaster1.xml" Id="Rb3123e5dde574d54" /><Relationship Type="http://schemas.openxmlformats.org/officeDocument/2006/relationships/notesMaster" Target="/ppt/notesMasters/notesMaster1.xml" Id="R00e2903b377e46c6" /><Relationship Type="http://schemas.openxmlformats.org/officeDocument/2006/relationships/presProps" Target="/ppt/presProps.xml" Id="Rb2e76f205a3049eb" /><Relationship Type="http://schemas.openxmlformats.org/officeDocument/2006/relationships/tableStyles" Target="/ppt/tableStyles.xml" Id="R3f14ac2f3bc74956" /><Relationship Type="http://schemas.openxmlformats.org/officeDocument/2006/relationships/slide" Target="/ppt/slides/slide1.xml" Id="R435d589547eb4ad4" /><Relationship Type="http://schemas.openxmlformats.org/officeDocument/2006/relationships/slide" Target="/ppt/slides/slide2.xml" Id="Rb3623972beed41ca" /><Relationship Type="http://schemas.openxmlformats.org/officeDocument/2006/relationships/slide" Target="/ppt/slides/slide3.xml" Id="R2ef90079eef64cc0" /><Relationship Type="http://schemas.openxmlformats.org/officeDocument/2006/relationships/slide" Target="/ppt/slides/slide4.xml" Id="Rb3dec6d2cd574e0d" /><Relationship Type="http://schemas.openxmlformats.org/officeDocument/2006/relationships/slide" Target="/ppt/slides/slide5.xml" Id="R02e6c7fbeed54591" /><Relationship Type="http://schemas.openxmlformats.org/officeDocument/2006/relationships/slide" Target="/ppt/slides/slide6.xml" Id="R289058c6e72640b0" /><Relationship Type="http://schemas.openxmlformats.org/officeDocument/2006/relationships/slide" Target="/ppt/slides/slide7.xml" Id="R283f5214970c488f" /><Relationship Type="http://schemas.openxmlformats.org/officeDocument/2006/relationships/slide" Target="/ppt/slides/slide8.xml" Id="Ra91405ee82b74606" /><Relationship Type="http://schemas.openxmlformats.org/officeDocument/2006/relationships/slide" Target="/ppt/slides/slide9.xml" Id="R005656d0064a4a32" /><Relationship Type="http://schemas.openxmlformats.org/officeDocument/2006/relationships/slide" Target="/ppt/slides/slide10.xml" Id="R52755a0ab3734279" /><Relationship Type="http://schemas.openxmlformats.org/officeDocument/2006/relationships/slide" Target="/ppt/slides/slide11.xml" Id="R7d693095551344eb" /><Relationship Type="http://schemas.openxmlformats.org/officeDocument/2006/relationships/slide" Target="/ppt/slides/slide12.xml" Id="R9d457b1141c54cbb" /><Relationship Type="http://schemas.openxmlformats.org/officeDocument/2006/relationships/slide" Target="/ppt/slides/slide13.xml" Id="Rdd647203f2ae4d79" /><Relationship Type="http://schemas.openxmlformats.org/officeDocument/2006/relationships/slide" Target="/ppt/slides/slide14.xml" Id="R14330dd0899846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c9ca196c654d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ec699b764446ca" /><Relationship Type="http://schemas.openxmlformats.org/officeDocument/2006/relationships/notesMaster" Target="/ppt/notesMasters/notesMaster1.xml" Id="Re0ff6d15a48144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329b29c0454c69" /><Relationship Type="http://schemas.openxmlformats.org/officeDocument/2006/relationships/notesMaster" Target="/ppt/notesMasters/notesMaster1.xml" Id="R1bb29e6b92aa4a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8792c2163d40e4" /><Relationship Type="http://schemas.openxmlformats.org/officeDocument/2006/relationships/notesMaster" Target="/ppt/notesMasters/notesMaster1.xml" Id="R26c7c877152a4b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d17edfa9a410b" /><Relationship Type="http://schemas.openxmlformats.org/officeDocument/2006/relationships/notesMaster" Target="/ppt/notesMasters/notesMaster1.xml" Id="R0cd16897130f4f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86bdaa2c544665" /><Relationship Type="http://schemas.openxmlformats.org/officeDocument/2006/relationships/notesMaster" Target="/ppt/notesMasters/notesMaster1.xml" Id="Rbf032620464c43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8eb3c23a234b0a" /><Relationship Type="http://schemas.openxmlformats.org/officeDocument/2006/relationships/notesMaster" Target="/ppt/notesMasters/notesMaster1.xml" Id="Rca0d337fd4a443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3c5ef349f84502" /><Relationship Type="http://schemas.openxmlformats.org/officeDocument/2006/relationships/notesMaster" Target="/ppt/notesMasters/notesMaster1.xml" Id="R2631762c4c414d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cfe9d474c4433e" /><Relationship Type="http://schemas.openxmlformats.org/officeDocument/2006/relationships/notesMaster" Target="/ppt/notesMasters/notesMaster1.xml" Id="Rf33691d90e9b43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e02d518ab94397" /><Relationship Type="http://schemas.openxmlformats.org/officeDocument/2006/relationships/notesMaster" Target="/ppt/notesMasters/notesMaster1.xml" Id="Radda8e8e77c347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7d1b26683843a1" /><Relationship Type="http://schemas.openxmlformats.org/officeDocument/2006/relationships/notesMaster" Target="/ppt/notesMasters/notesMaster1.xml" Id="R68dadd9276e64b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114745cb164f1f" /><Relationship Type="http://schemas.openxmlformats.org/officeDocument/2006/relationships/notesMaster" Target="/ppt/notesMasters/notesMaster1.xml" Id="R41112ad3b39347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1260785e054c1e" /><Relationship Type="http://schemas.openxmlformats.org/officeDocument/2006/relationships/notesMaster" Target="/ppt/notesMasters/notesMaster1.xml" Id="R7730c35b86ae48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bba6f4d7cc42f6" /><Relationship Type="http://schemas.openxmlformats.org/officeDocument/2006/relationships/notesMaster" Target="/ppt/notesMasters/notesMaster1.xml" Id="Re9148502554144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4ef6040e164e48" /><Relationship Type="http://schemas.openxmlformats.org/officeDocument/2006/relationships/notesMaster" Target="/ppt/notesMasters/notesMaster1.xml" Id="Rafb2c3085ba1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课程名称为样稿标题。课程方向与产品价格依据本地 site/docs/business/overview.md、course-campaign.md。背景由 OpenAI 内置 imagegen 生成，2026-09-30；开箱概念图，非真实产品照片。文字为可编辑文本。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职业履历来自 Bono 于 2026-09-30 的直接补充。Cursor 深圳站、香港站活动负责人身份及 BB 箱子发起人身份来自先前直接确认。不推断当前雇主名称，不将活动负责人身份延伸为官方认证讲师。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课前协助为 Bono 已明确要求。支持方式、人员、适用条件和第三方费用尚未确认。不能据此保证任何网络或账号问题均可解决。隐私提示依据既有项目公开边界。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课程范围来自 site/docs/business/overview.md 及本地业务讨论。此页为安排草案，尚未承诺课时或逐项现场跟练比例。本样稿重点展开第一份 PPT 实操，其他部分需继续开发。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https://bono12138.github.io/bb-box-show/ ，通过 Codex 内置浏览器于 2026-09-30 实际打开并截取。网站仍为多人喜剧聊天节目招募站；图片场景为视觉示意。该页面不代表课程已上架。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练习设计依据 Bono 的要求：多人聊天节目也制作 PPT，并记录制作过程。8 页为本样稿建议的练习规模，并非已确认的完整课时安排。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 Codex 根据节目已确认要求编写的练习提示词示例。节目 4–6 人包含主持，主要中文，Bono 初期主持；具体艺术呈现为沿用原节目视觉的建议。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文件夹布局为第一段实操的教学建议。AGENTS.md 是项目行为规则文件；其余目录为本练习推荐的组织方式，不声称所有工具必须使用该结构。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节目已确定参数依据本人确认。PPT 页数是本练习建议。首场时间、参与者与场地没有本次确认记录。此页回应用户明确要求：区分本人要求与 ChatGPT 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此页为示例修改意见，页码仅供课堂练习，并非声称上述改动已在当前节目 PPT 中完成。职业履历、渐进披露与直接展示二维码来自本人要求。二维码仍需本人提供。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检查项目依据用户机器级规则：所有可见文字须检查实际渲染，语义断行不能只按字数判断；事实与隐私按项目既有公开边界处理。此页是学员检查清单，不是本文件的验证报告。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公开建设、记录 AI 工作流程与错误费用工时来自用户已有项目方向。此页是拟采用的制作记录格式，实际费用和工时以可核对记录为准，不虚填数字。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后续主题依据已整理的业务课程范围。Skills、MCP、GitHub、自动化、多 Agent 均为计划课程内容，不代表本样稿已提供完整讲义或已经演示每项操作。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线上 199 元、线下 399 元及深圳福田教室均为本人明确的产品方向。日期、课时、人数、线上平台、第三方费用、支持、赠群及退款条款尚需确认。本样稿不构成已经上架的活动或完整销售合同。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4efe705634e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9da4d54bb4fb8" /><Relationship Type="http://schemas.openxmlformats.org/officeDocument/2006/relationships/slideLayout" Target="/ppt/slideLayouts/slideLayout1.xml" Id="R837f63ff95434b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7f63ff95434b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447dfe05a4d68" /><Relationship Type="http://schemas.openxmlformats.org/officeDocument/2006/relationships/image" Target="/ppt/media/image.png" Id="R5b9241b635fb48fa" /><Relationship Type="http://schemas.openxmlformats.org/officeDocument/2006/relationships/notesSlide" Target="/ppt/notesSlides/notesSlide1.xml" Id="R8d15cb57e023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1aacf20fe4359" /><Relationship Type="http://schemas.openxmlformats.org/officeDocument/2006/relationships/notesSlide" Target="/ppt/notesSlides/notesSlide2.xml" Id="R0daaad812feb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5ef6c487e424e" /><Relationship Type="http://schemas.openxmlformats.org/officeDocument/2006/relationships/notesSlide" Target="/ppt/notesSlides/notesSlide3.xml" Id="R7637741f5fc3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52b8fff274dc1" /><Relationship Type="http://schemas.openxmlformats.org/officeDocument/2006/relationships/notesSlide" Target="/ppt/notesSlides/notesSlide4.xml" Id="R49e3eea21cd642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24aea28904325" /><Relationship Type="http://schemas.openxmlformats.org/officeDocument/2006/relationships/image" Target="/ppt/media/image.jpeg" Id="R19d1261b265a47e4" /><Relationship Type="http://schemas.openxmlformats.org/officeDocument/2006/relationships/notesSlide" Target="/ppt/notesSlides/notesSlide5.xml" Id="R9b591cda440840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57949f2e641bd" /><Relationship Type="http://schemas.openxmlformats.org/officeDocument/2006/relationships/notesSlide" Target="/ppt/notesSlides/notesSlide6.xml" Id="R771ef8f64b804e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b923ddfd44fd5" /><Relationship Type="http://schemas.openxmlformats.org/officeDocument/2006/relationships/notesSlide" Target="/ppt/notesSlides/notesSlide7.xml" Id="Re68c46124d704d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74cda9a54213" /><Relationship Type="http://schemas.openxmlformats.org/officeDocument/2006/relationships/notesSlide" Target="/ppt/notesSlides/notesSlide8.xml" Id="R4e7e049c49bd47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4d3d490194645" /><Relationship Type="http://schemas.openxmlformats.org/officeDocument/2006/relationships/notesSlide" Target="/ppt/notesSlides/notesSlide9.xml" Id="R594cfa7038854a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6e02f7b864aa7" /><Relationship Type="http://schemas.openxmlformats.org/officeDocument/2006/relationships/notesSlide" Target="/ppt/notesSlides/notesSlide10.xml" Id="Rf75d3a86a51b4c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48db45d7549c8" /><Relationship Type="http://schemas.openxmlformats.org/officeDocument/2006/relationships/notesSlide" Target="/ppt/notesSlides/notesSlide11.xml" Id="R234855e0424f45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7ac9a84b44cfe" /><Relationship Type="http://schemas.openxmlformats.org/officeDocument/2006/relationships/notesSlide" Target="/ppt/notesSlides/notesSlide12.xml" Id="R854f4ad081b742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1fedab38a4116" /><Relationship Type="http://schemas.openxmlformats.org/officeDocument/2006/relationships/notesSlide" Target="/ppt/notesSlides/notesSlide13.xml" Id="Rc3598bd5f6f148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3b3dd5d33481b" /><Relationship Type="http://schemas.openxmlformats.org/officeDocument/2006/relationships/notesSlide" Target="/ppt/notesSlides/notesSlide14.xml" Id="R053fa771fe8446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241b635fb48f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20839-D024-42B6-8B19-0E4A2CF4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BB 箱子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23955-0CD8-46AE-8BCB-5544EB72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561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CODEX / PRACTICAL COURSE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555D2-6EDC-4192-B6D2-19E39D61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47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用 Codex 做项目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41418-4444-4109-802E-BEC3D48B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477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第一段实操：PPT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FAF58-4F4A-4369-9025-B3B12934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PPT、网站和真实工作里的任务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DBC7-FBFA-4F69-89D5-BEDF24EF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2667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2ED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2EDE3"/>
                </a:solidFill>
                <a:latin typeface="Helvetica Neue"/>
                <a:ea typeface="Helvetica Neue"/>
                <a:cs typeface="Helvetica Neue"/>
              </a:rPr>
              <a:t>Bono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059FA-8D08-4049-9BE6-79C6346E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课程样稿 / 2026.09.30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F47AA-2E44-42E6-B13A-4555D3B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19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开箱概念图</a:t>
            </a:r>
          </a:p>
        </p:txBody>
      </p:sp>
    </p:spTree>
    <p:extLst>
      <p:ext uri="{BB962C8B-B14F-4D97-AF65-F5344CB8AC3E}">
        <p14:creationId xmlns:p14="http://schemas.microsoft.com/office/powerpoint/2010/main" val="243807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D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97640-1BFF-4362-9088-0555CB59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讲师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87D5D-2BF2-4F13-8EE2-6D5E742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Bono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6593B-9CCB-44C1-A05C-A8E34A48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AF231-0A72-4556-9EC0-8A63947B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3BA78-5537-402D-99FC-CFDB161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D7832-2967-42AC-853F-0A545E9D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85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前安永（EY）咨询师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4BAE7-F1D8-4675-BF7C-AD69D6B8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曾服务于中国平安集团、平安银行、建设银行。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3400-9D50-4FDE-ACBE-074A590E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曾服务于招商银行、腾讯、中信保诚等客户。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9AFEE-3596-4C20-BE41-8A143790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现跨境 fintech 独角兽 IFRS9 实施负责人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E03D-B443-4921-B0F3-22B3778F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Cursor 深圳站、香港站活动负责人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F0E2C-AA61-49FF-ADDA-D6AED365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BB 箱子发起人</a:t>
            </a:r>
          </a:p>
        </p:txBody>
      </p:sp>
    </p:spTree>
    <p:extLst>
      <p:ext uri="{BB962C8B-B14F-4D97-AF65-F5344CB8AC3E}">
        <p14:creationId xmlns:p14="http://schemas.microsoft.com/office/powerpoint/2010/main" val="1987522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D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50FFF-2C78-4058-AB45-39A69D6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课前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39A4D-68B8-46D8-81BB-A4965496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工具、账号与网络准备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50995-826D-4F7B-8653-32DBB556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C4218-1DB1-4EFF-B630-35628FA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5B250-52E1-4269-B059-7F465707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47A8F-E688-4B10-B25B-E3753EFE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活动开始前，协助准备网络环境与产品订阅。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6B105-FC31-4E2F-94E7-5013ABD9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具体方式会写在报名说明里。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BDA4A-BD51-45E8-8717-B4032B94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准备自己的电脑，并检查 ChatGPT 和 Codex 是否可用。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2614F-3011-49EA-858F-5275776F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带一份想做的材料，先用公开内容练习。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7F97C-887F-4873-A93D-E7DB564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客户文件、账号密钥和私人联系方式不作为课堂素材。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65D5E-3459-49B2-BAF1-D3E9312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具体协助方式与第三方费用将在报名说明中写明。</a:t>
            </a:r>
          </a:p>
        </p:txBody>
      </p:sp>
    </p:spTree>
    <p:extLst>
      <p:ext uri="{BB962C8B-B14F-4D97-AF65-F5344CB8AC3E}">
        <p14:creationId xmlns:p14="http://schemas.microsoft.com/office/powerpoint/2010/main" val="811205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D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17D8F-3106-4467-9744-BA716F1E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课程安排草案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49B6F-11E4-4EA3-94EA-AA917CD1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这堂课准备做哪些事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FF88D-B479-44D5-B94F-65EB496E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889FD-2AED-4DDC-AA50-09070073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ADC8E-EEC9-4C89-A04F-A6CC1380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1C19A-63D8-4EDE-81F7-719A209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78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F5639-8762-48B0-BF92-FD7F65BC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08597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开始使用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40B40-5E93-4D13-84B9-132FC9FB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24075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课前准备，ChatGPT 与 Codex 的分工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9B850-23CD-4DDB-9134-AFFE9A4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78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066B0-7942-457E-B730-CCBB8E4D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3847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完成一件作品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B57FD-AF9C-4D5B-9087-BCCF03D4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拆需求、做 PPT、逐页检查、继续修改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45B6C-8F72-4183-8B42-321A0A5F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78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2080B-1636-4522-ADEE-4B11DC1A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99097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建设自己的项目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129E1-5CD6-4D99-BD17-0FA4EBE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29075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项目文件、Skills、MCP 与 GitHub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39F9F-F29E-4170-BB34-9F9F50A1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78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2A374-54E8-4586-8B7D-30B03F80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4347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发布并持续使用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0D65E-7928-413E-99FF-9B02EAB1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81575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网站发布、反馈记录、多 Agent 与自动化</a:t>
            </a:r>
          </a:p>
        </p:txBody>
      </p:sp>
    </p:spTree>
    <p:extLst>
      <p:ext uri="{BB962C8B-B14F-4D97-AF65-F5344CB8AC3E}">
        <p14:creationId xmlns:p14="http://schemas.microsoft.com/office/powerpoint/2010/main" val="482570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1261b265a47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915A7-6ED2-4E3B-BFA1-EE419014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24600"/>
            <a:ext cx="9620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现有节目招募网站 / 页面场景为视觉示意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545A8-42A8-42C1-A5E6-DA6A94C2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722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D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2EDE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4789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935DB-67E5-4775-BB0E-941E16F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第一段实操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54104-847E-406F-9FFD-76F7166B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BB 箱子的项目介绍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27473-591C-4C3D-A75D-6C684EEB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17E0A-9EA8-4006-9DCF-8C1010C4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36457-67E2-4F71-8682-9DE4D796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A99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A1E92-8205-4C84-8158-713AE499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8 页可编辑 PPT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95855-DFD7-44B3-AF05-58100290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说明节目、候选话题、发起人和参与方式。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6CA78-68C1-4ABE-BF7C-D2AF06D5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对象是第一次听说这个项目的人。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3D1DB-ED28-4FCC-9892-B0C91F53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保留制作要求、来源文件与修改记录。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CE23A-A5FA-4BB4-9E71-D7D0A84D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这是一份练习要求。项目仍在筹备，候选话题尚未录制。</a:t>
            </a:r>
          </a:p>
        </p:txBody>
      </p:sp>
    </p:spTree>
    <p:extLst>
      <p:ext uri="{BB962C8B-B14F-4D97-AF65-F5344CB8AC3E}">
        <p14:creationId xmlns:p14="http://schemas.microsoft.com/office/powerpoint/2010/main" val="1144038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FC3C4-C7B7-4A65-86C1-5F169FA5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任务要求示例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69E3B-56F3-4B30-A6B9-233B8CF2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交给 Codex 的这段话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39766-123B-4D0F-879E-614682AC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E9965-79F6-419C-9916-D43426D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5720E-CFB8-478A-84F6-7A54159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A99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85F0F-FF6E-4A40-95E1-CB835904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请为 BB 箱子的多人喜剧聊天节目制作 8 页介绍 PPT。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C128D-8B0F-4535-8176-CA937D7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面向第一次了解项目、可能参与的人。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5A48A-C857-4919-8CB0-79AF002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节目主要用中文，4–6 人，包括主持人。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B150D-126F-4DB5-AD7E-0D985DFC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Bono 初期主持，也作为普通聊天成员参与。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84877-E0B4-486F-9112-BA891E7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说明候选话题、所需伙伴，以及联系后的流程。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FBB89-FE9D-4D91-AE58-44A962C3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采用暖色、深夜聊天的视觉，文字和图表可编辑。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EF111-F5ED-46C6-8B34-2BE35633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只使用我提供的事实，待确定的事项要明确标注。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25319-405F-4AA1-B4A4-F3B59127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交付 PPTX、预览图、来源和制作记录。</a:t>
            </a:r>
          </a:p>
        </p:txBody>
      </p:sp>
    </p:spTree>
    <p:extLst>
      <p:ext uri="{BB962C8B-B14F-4D97-AF65-F5344CB8AC3E}">
        <p14:creationId xmlns:p14="http://schemas.microsoft.com/office/powerpoint/2010/main" val="1064079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ED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B398F-B1C6-4229-AEAE-C35CF1B6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项目文件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3FDA3-2C63-4A79-8E17-85ED75B5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文件夹里需要留下什么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792AF-84D3-4FB7-A5C3-27948B45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C5EC6-1B09-4572-A79E-B2295B75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F8846-817B-40CA-A4EB-F0CDFF13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F8951-4CD6-4ED7-98DF-5B85D1CF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D6225-D7CC-484A-9387-8AB81257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701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告诉 AI：哪些规则每次都要遵守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6ED40-2046-4AC3-B97A-F0F809A6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sources/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F823D-D66D-4B04-B315-4F224FB7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28925"/>
            <a:ext cx="701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本人确认的事实、公开网页和已有材料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D49B8-DB8F-4B40-A2C0-1F48F227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requirements.md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31305-8A09-4E1C-B6ED-CE5C8E6E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81400"/>
            <a:ext cx="701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这次做什么，给谁看，最终交什么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401B0-0255-411A-9329-18DC1A1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build/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29BDA-07D1-4EA1-A4DB-2933C42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33875"/>
            <a:ext cx="701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制作脚本、候选文件与检查记录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CD2FB-0C91-4D48-A60E-D354A311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output/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79B70-AE53-46DE-AF70-54C8D456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86350"/>
            <a:ext cx="701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当前交付文件，和草稿分开放</a:t>
            </a:r>
          </a:p>
        </p:txBody>
      </p:sp>
    </p:spTree>
    <p:extLst>
      <p:ext uri="{BB962C8B-B14F-4D97-AF65-F5344CB8AC3E}">
        <p14:creationId xmlns:p14="http://schemas.microsoft.com/office/powerpoint/2010/main" val="668552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ED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86718-EA91-4678-BC1F-D64B3B82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事实与建议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DC392-6477-4292-A05A-63C6F14A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已确定的事与待定方案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07357-E14E-4860-93AE-D2D0AB3F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0A7F1-8714-46DF-A33E-80BB827E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EC790-E6CE-4755-9326-EED1085F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15762-E45A-4CA3-8678-CDE9223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已确定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9EB56-70A1-42D8-90FD-F3B9ECDA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33600"/>
            <a:ext cx="807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4–6 人，包括主持人。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A9F07-45A4-412B-AD0C-24BD12B3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方案建议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98610-BD56-4F0F-BC48-8727F389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95650"/>
            <a:ext cx="807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先制作 8 页项目介绍 PPT。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14126-9861-452B-AC9D-48C88F3D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还没确定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67BE9-425C-4DFD-B374-65E3DF0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57700"/>
            <a:ext cx="807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首场时间、最终场地和实际参与者。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961C2-2329-4787-B48C-1CB772B6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制作时保留这个区别，避免把建议写成已经发生的事。</a:t>
            </a:r>
          </a:p>
        </p:txBody>
      </p:sp>
    </p:spTree>
    <p:extLst>
      <p:ext uri="{BB962C8B-B14F-4D97-AF65-F5344CB8AC3E}">
        <p14:creationId xmlns:p14="http://schemas.microsoft.com/office/powerpoint/2010/main" val="1821411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ED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D84CE-9D8B-4713-9CE8-57C29C58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继续修改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6BB3D-3702-48BF-AB1B-18331E45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修改意见也可以写得很具体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1B93E-3E2D-4287-ACFE-917C94EC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0F1BB-0E56-4101-A229-59973FC2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3334E-84C7-4A31-B76D-64705A15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34EB2-53D3-4442-A856-B91A4F5F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给 AI 的修改意见示例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5F2E0-2B2D-49F2-A5CC-F85A5B6D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第 2 页把职业经历提前，保留完整客户名单。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CE599-0B77-4FA6-A299-59B72A0F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第 3 页只讲节目形式，制作方法放到后面。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09376-F03A-464C-89AC-70DFCED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第 5 页的候选话题标注“尚未录制”。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7465A-5840-468C-AE65-21BD43EB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联系页直接显示二维码，其他页面保持原有内容。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CEC60-8D45-4B8D-9D3C-CF866D95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每轮修改只写清位置、要改什么，以及需要保留的内容。</a:t>
            </a:r>
          </a:p>
        </p:txBody>
      </p:sp>
    </p:spTree>
    <p:extLst>
      <p:ext uri="{BB962C8B-B14F-4D97-AF65-F5344CB8AC3E}">
        <p14:creationId xmlns:p14="http://schemas.microsoft.com/office/powerpoint/2010/main" val="32577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ED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03882-E7FF-4417-9C50-A164E721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检查作品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1CACD-9DE9-4094-B39D-DEAF05E5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作品检查清单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4D263-284D-49BA-822F-BB855001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C0989-588C-423B-9AEF-9FBD5DD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4FA2C-F01D-4CF4-B0CA-BC66B07E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E3192-ED0A-4C44-B338-892B78E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事实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6A982-1D8F-4147-9E12-FFFF4C73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76450"/>
            <a:ext cx="811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人物、数字、状态是否有来源？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E3B9F-D57B-4B70-8DDA-80BF8854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文字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22685-6BD1-40D6-BBC2-39F3DACF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28925"/>
            <a:ext cx="811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每一行单独看，意思是否完整？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190E4-7738-4897-AF07-E5DF40B6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画面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6679F-53AD-40C2-9B98-52DEEE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81400"/>
            <a:ext cx="811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小字、图片说明和长标题是否清楚？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93733-799C-4955-9E54-E9715DA3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0CA61-0D8B-48B6-9A8E-C0DA0EF7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33875"/>
            <a:ext cx="811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能否打开、修改，交付文件是否正确？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69C3A-0D35-4082-9315-70664B9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隐私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B5559-42CE-4F9E-9818-2D1C2FB5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86350"/>
            <a:ext cx="811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有没有客户资料、私人联系方式或密钥？</a:t>
            </a:r>
          </a:p>
        </p:txBody>
      </p:sp>
    </p:spTree>
    <p:extLst>
      <p:ext uri="{BB962C8B-B14F-4D97-AF65-F5344CB8AC3E}">
        <p14:creationId xmlns:p14="http://schemas.microsoft.com/office/powerpoint/2010/main" val="1735915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0E758-21F7-4314-9B7E-42F9C25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公开制作过程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841AD-A84F-4FA5-BEA3-C938F645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与作品一起公开的制作记录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C03E0-C4D3-4E63-AFDA-D58D82C6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18551-FE6E-4548-9224-FEC713AB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5CAD4-AFF9-4040-941C-1F34FA66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A99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C9D11-D9A6-47A6-B70B-BA2817E8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原始要求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A7758-D62E-447D-A8C3-DDCC38F9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52650"/>
            <a:ext cx="746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当时想做什么，哪些条件已经确定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F71F-FB88-49D0-B61A-B15E521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制作过程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D76B0-E0B9-45F1-B263-3CBE474F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67050"/>
            <a:ext cx="746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用了哪些工具，AI 做了哪些部分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2189B-7306-49F4-8D99-F1EBE8AE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人工修改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737D8-8457-4EC7-8B2A-C181D65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81450"/>
            <a:ext cx="746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哪些意见采用了，为什么继续修改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9FD16-B449-4A90-951A-AA7BF8A3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实际结果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24893-4E5C-4E77-99C4-B197D51C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95850"/>
            <a:ext cx="746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最终文件、真实问题、费用与工时记录</a:t>
            </a:r>
          </a:p>
        </p:txBody>
      </p:sp>
    </p:spTree>
    <p:extLst>
      <p:ext uri="{BB962C8B-B14F-4D97-AF65-F5344CB8AC3E}">
        <p14:creationId xmlns:p14="http://schemas.microsoft.com/office/powerpoint/2010/main" val="1545308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ED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F89BE-B543-4665-90D0-6A88D9C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后续课程内容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D0AB6-2DF5-415C-8074-36587E5A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PPT 之后，继续做自己的项目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476B9-02DE-4D11-80E1-6CF28268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30B05-B184-4FDF-8AFD-73A36293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812F2-F181-41B1-8144-197E832E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A6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69275-53FD-4FEF-A732-3AD0683A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Skills：调用已有方法，完成一类具体任务。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149B7-EB8F-403B-81EE-9A1094C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MCP：连接飞书等工具，先检查权限和数据范围。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8859C-B827-4358-B150-EA98CFC1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GitHub：保存代码与修改历史，区分公开和私人资料。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B63BA-7A66-4D19-8BCB-E6A7FC53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网站发布：给别人一个能打开、能联系的入口。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7CA70-F44E-47A5-9A60-D141667B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918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1918"/>
                </a:solidFill>
                <a:latin typeface="Heiti TC"/>
                <a:ea typeface="Heiti TC"/>
                <a:cs typeface="Heiti TC"/>
              </a:rPr>
              <a:t>多 Agent 与自动化：安排并行工作与重复任务。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7D693-33FB-45BB-95C8-2446D158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A65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666A65"/>
                </a:solidFill>
                <a:latin typeface="Heiti TC"/>
                <a:ea typeface="Heiti TC"/>
                <a:cs typeface="Heiti TC"/>
              </a:rPr>
              <a:t>这些部分继续开发，现场跟练比例和课时尚待确定。</a:t>
            </a:r>
          </a:p>
        </p:txBody>
      </p:sp>
    </p:spTree>
    <p:extLst>
      <p:ext uri="{BB962C8B-B14F-4D97-AF65-F5344CB8AC3E}">
        <p14:creationId xmlns:p14="http://schemas.microsoft.com/office/powerpoint/2010/main" val="1920526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804AB-6D2F-49F8-81AD-85B1A785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693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DA6938"/>
                </a:solidFill>
                <a:latin typeface="Heiti TC"/>
                <a:ea typeface="Heiti TC"/>
                <a:cs typeface="Heiti TC"/>
              </a:rPr>
              <a:t>参与课程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FC693-1E86-4A47-9073-014F062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线上与深圳福田线下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BFEE2-AFAD-4B59-92D6-263FE35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BB 箱子 / Codex 实操课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FD6EE-BBD8-482C-939E-4F62787A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课程样稿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8ED27-0CA3-4729-BE1A-C4305BDF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9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A99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66803-9D97-48D0-825F-01ED6210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线上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5C384-BE96-4C90-871A-7C6474D7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¥199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F5EBE-C94E-459C-AE0F-32C3C704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506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深圳福田线下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DC592-1248-43D5-8D47-33E420D4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95575"/>
            <a:ext cx="5067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DA6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DA6938"/>
                </a:solidFill>
                <a:latin typeface="Helvetica Neue"/>
                <a:ea typeface="Helvetica Neue"/>
                <a:cs typeface="Helvetica Neue"/>
              </a:rPr>
              <a:t>¥399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A1914-3454-419D-9E5F-157009F6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2EDE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F2EDE3"/>
                </a:solidFill>
                <a:latin typeface="Heiti TC"/>
                <a:ea typeface="Heiti TC"/>
                <a:cs typeface="Heiti TC"/>
              </a:rPr>
              <a:t>两种形式共用核心课程。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69369-BD85-4580-BE4D-63C8D2F2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日期、课时、人数与报名入口仍待确定。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D1896-414D-42AB-AF62-4670680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A99F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AAA99F"/>
                </a:solidFill>
                <a:latin typeface="Heiti TC"/>
                <a:ea typeface="Heiti TC"/>
                <a:cs typeface="Heiti TC"/>
              </a:rPr>
              <a:t>本文件用于讨论课程内容，正式销售说明另行发布。</a:t>
            </a:r>
          </a:p>
        </p:txBody>
      </p:sp>
    </p:spTree>
    <p:extLst>
      <p:ext uri="{BB962C8B-B14F-4D97-AF65-F5344CB8AC3E}">
        <p14:creationId xmlns:p14="http://schemas.microsoft.com/office/powerpoint/2010/main" val="1794689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2026-09-30T05:16:38.4130000Z</dcterms:created>
  <dcterms:modified xsi:type="dcterms:W3CDTF">2026-09-30T05:16:38.4130000Z</dcterms:modified>
</coreProperties>
</file>